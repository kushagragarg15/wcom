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Inter" panose="02000503000000020004" pitchFamily="2" charset="0"/>
      <p:regular r:id=""/>
      <p:bold r:id=""/>
      <p:italic r:id=""/>
      <p:bold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11"/>
  </p:normalViewPr>
  <p:slideViewPr>
    <p:cSldViewPr snapToGrid="0">
      <p:cViewPr varScale="1">
        <p:scale>
          <a:sx n="109" d="100"/>
          <a:sy n="109" d="100"/>
        </p:scale>
        <p:origin x="5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248275" y="1715541"/>
            <a:ext cx="1695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ASSIGNMENT 8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260395" y="2163216"/>
            <a:ext cx="9671208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Diversity Techniques Analysis: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SC, EGC, and MRC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4860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Wireless channels suffer from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multipath fading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where signal strength fluctuates randomly, leading to high Bit Error Rates (BER).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5433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Solution?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99097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Diversity techniques use multiple antennas to improve reliability. This study analyzes how different combining methods mitigate fading effects in a SIMO (Single-Input Multiple-Output) system.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48687" y="3140422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981950" y="4311997"/>
            <a:ext cx="19907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Deep fades cause data loss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386762" y="4092922"/>
            <a:ext cx="124015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Signal Fading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1775"/>
            <a:ext cx="349240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71775"/>
            <a:ext cx="34925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771775"/>
            <a:ext cx="349240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7200" y="30194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19150" y="3762375"/>
            <a:ext cx="2997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Selection Combining: Choosing the strongest signal path.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30194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597300" y="3762375"/>
            <a:ext cx="29972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Equal Gain Combining: Phase alignment and equal weighting.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375600" y="3762375"/>
            <a:ext cx="2997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Maximal Ratio Combining: Optimal weighting based on SNR.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44222" y="3543300"/>
            <a:ext cx="314695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Implement SC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522369" y="3543300"/>
            <a:ext cx="31471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Implement EGC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00672" y="3543300"/>
            <a:ext cx="314695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Implement MRC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020050" y="4718595"/>
            <a:ext cx="1914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1x2 Diversity System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09625" y="30051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Modulation: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BPSK (Binary Phase Shift Keying)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09625" y="34528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Channel: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Rayleigh Fading (Complex Gaussian)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09625" y="39004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SIMO (1 Tx, 2 Rx antennas)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09625" y="43481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Noise: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AWGN (Additive White Gaussian Noise)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09625" y="4795837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Samples: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0^5 bits for statistical accuracy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29575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34051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85286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43005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47482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62937" y="3160365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8262937" y="3684240"/>
            <a:ext cx="533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Tx (1)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86837" y="34004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86837" y="36480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10687" y="267280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10687" y="3101429"/>
            <a:ext cx="381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Rx 1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10687" y="37433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9310687" y="4171950"/>
            <a:ext cx="381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Rx 2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System Architecture Overview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25955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Simulation Parameters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95687"/>
            <a:ext cx="176778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91730" y="3595687"/>
            <a:ext cx="176778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11960" y="3595687"/>
            <a:ext cx="2197744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62155" y="3595687"/>
            <a:ext cx="176778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82386" y="3690937"/>
            <a:ext cx="133796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529780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50010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0020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20436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988665" y="3938587"/>
            <a:ext cx="9334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(Random Gen)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551783" y="3938587"/>
            <a:ext cx="4476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(BPSK)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691633" y="3938587"/>
            <a:ext cx="1238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(Rayleigh + AWGN)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298358" y="3938587"/>
            <a:ext cx="1095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(SC / EGC / MRC)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Data Flow Diagram (DFD)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7" title="Screenshot 2025-11-23 at 2.30.19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013" y="2688850"/>
            <a:ext cx="12121974" cy="189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4">
            <a:alphaModFix/>
          </a:blip>
          <a:srcRect r="45127"/>
          <a:stretch/>
        </p:blipFill>
        <p:spPr>
          <a:xfrm>
            <a:off x="571500" y="1552575"/>
            <a:ext cx="5223825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12344400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3. Select signal from that branch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5344775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8345150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Co-phase and normalize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26574750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26831925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4. Detection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572250" y="29003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Monitor the SNR of all diversity branches.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572250" y="334803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 any instant, the receiver processes only the signal from the antenna with the highest instantaneous SNR.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572250" y="44053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Pros/Cons: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Simplest to implement but discards useful energy from other branches.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334125" y="28527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334125" y="33004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334125" y="43576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Selection Combining (SC)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6334125" y="26812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Explanation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95625" y="1563700"/>
            <a:ext cx="4554900" cy="47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START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Set number of bits N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Set number of diversity branches L = 2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Define SNR range EbN0_dB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Initialize BER arrays: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BER_SC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BER_EGC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BER_MRC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FOR each SNR value in EbN0_dB: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Convert SNR from dB → linear (EbN0)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Compute noise variance N0 = 1 / EbN0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Generate random BPSK bits tx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Map to symbols s = 2*tx – 1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Generate Rayleigh fading matrix h of size L × N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Generate AWGN noise n of size L × N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Compute received signals r = h*s + n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--------------------------------------------------------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SELECTION COMBINING (SC)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--------------------------------------------------------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Compute branch SNRs snr_branch = abs(h)^2 / N0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For each bit find best branch index idx_max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For each k: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     y_SC(k) = conj(h_selected) * r_selected / abs(h_selected)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Detect rx_SC = sign(real(y_SC))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      Compute BER_SC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 r="4507"/>
          <a:stretch/>
        </p:blipFill>
        <p:spPr>
          <a:xfrm>
            <a:off x="6334125" y="1552575"/>
            <a:ext cx="5048249" cy="30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14849475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2. Summation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6049625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Sum all aligned branches equally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22393275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3. Detection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26079450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4. Error Calculation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29003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Utilize signals from all branches.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09625" y="334803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Phase Alignment: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phase shift introduced by the channel is removed (co-phasing) so signals add constructively.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09625" y="44053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Weighting: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All branches are given equal weight (unlike MRC).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28527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33004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43576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Equal Gain Combining (EGC)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26812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Explanation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441600" y="1988200"/>
            <a:ext cx="48333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--------------------------------------------------------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EQUAL GAIN COMBINING (EGC)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--------------------------------------------------------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Phase-align signals: r_egc = sum( r * exp(-j*angle(h)) 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Detect rx_EGC = sign(real(r_egc))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Compute BER_EGC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6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025"/>
            <a:ext cx="5286375" cy="36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12430125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AND removes phase shift simultaneously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8516600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3. Detection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22202775" y="3824287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4. Error Calculation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334125" y="171143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Optimal linear combining technique.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321025" y="2104362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Weighting: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Branches are weighted proportional to their signal amplitude. Strong signals contribute more; weak/noisy signals contribute less.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321025" y="3235874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Maximizes the output SNR.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086975" y="1711437"/>
            <a:ext cx="1335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087050" y="2104362"/>
            <a:ext cx="1335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087050" y="3224137"/>
            <a:ext cx="1335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Maximal Ratio Combining (MRC)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6321025" y="1333512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Explanation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56888" y="2224200"/>
            <a:ext cx="51156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--------------------------------------------------------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MAXIMAL RATIO COMBINING (MRC)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--------------------------------------------------------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Compute weighted sum r_mrc = sum( conj(h) * (h*s + n) 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Detect rx_MRC = sign(real(r_mrc))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Compute BER_MRC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END FOR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Plot all BER curves (SC, EGC, MRC)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Compute difference between EGC and MRC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END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809625" y="30527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MRC (Best):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Lowest BER curve. Maximizes SNR.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09625" y="35004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EGC (Middle):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Very close performance to MRC (~1.4e-3 diff).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09625" y="42529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 (Worst):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Requires higher SNR to achieve same BER.</a:t>
            </a:r>
            <a:endParaRPr/>
          </a:p>
        </p:txBody>
      </p:sp>
      <p:pic>
        <p:nvPicPr>
          <p:cNvPr id="236" name="Google Shape;236;p21" title="Screenshot 2025-11-23 at 2.32.32 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325" y="1106063"/>
            <a:ext cx="5398524" cy="507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571500" y="30051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571500" y="34528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42052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Results: BER Comparison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71500" y="28336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Performance Hierarchy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19375"/>
            <a:ext cx="5286375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57650"/>
            <a:ext cx="528637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571500" y="28098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EGC vs MRC Comparison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571500" y="32575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equal noise variance branches, EGC and MRC perform very similarly.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581775" y="3609975"/>
            <a:ext cx="4791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MRC penalizes noisy branches by assigning them smaller weights (|h|). EGC treats noise in weak branches the same as strong branches, slightly degrading performance.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Results: Data Analysis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6461998" y="33909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Why is MRC better?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809625" y="27479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Diversity techniques significantly lower BER in fading channels.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809625" y="35004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MRC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optimal combiner but requires estimating channel amplitude and phase (High complexity).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09625" y="42529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EGC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offers a good trade-off, needing only phase estimation.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09625" y="50053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simplest but least efficient.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572250" y="29718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MIMO Systems: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Extending diversity to both Transmit and Receive sides (Tx/Rx Diversity).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572250" y="37242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Correlated Fading: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Analyzing performance when antennas are close together (correlation &gt; 0).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572250" y="44767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Implementation: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Testing on FPGA or SDR (Software Defined Radio).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571500" y="27003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71500" y="34528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42052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571500" y="495776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6334125" y="29241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6334125" y="36766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334125" y="44291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Conclusion &amp; Future Scope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571500" y="238601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334125" y="26098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Future Scope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Microsoft Macintosh PowerPoint</Application>
  <PresentationFormat>Widescreen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Fira Code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LAHAR  JOSHI</cp:lastModifiedBy>
  <cp:revision>1</cp:revision>
  <dcterms:modified xsi:type="dcterms:W3CDTF">2025-11-23T09:49:18Z</dcterms:modified>
</cp:coreProperties>
</file>