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Fira Code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FiraCod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8ee56ab2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8ee56ab2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8d3859af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8d3859a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8d3859af5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8d3859af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13" Type="http://schemas.openxmlformats.org/officeDocument/2006/relationships/image" Target="../media/image13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9.png"/><Relationship Id="rId13" Type="http://schemas.openxmlformats.org/officeDocument/2006/relationships/image" Target="../media/image30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5253037" y="1715541"/>
            <a:ext cx="1685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ASSIGNMENT 7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2315527" y="2163216"/>
            <a:ext cx="756094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MIMO Channel Capacity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&amp; BER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571500" y="17907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 wireless systems demand higher data rates and reliability without increasing bandwidth.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571500" y="25431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Challenges: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571500" y="49911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study investigates how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Multiple-Input Multiple-Output (MIMO)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technology enhances capacity and how diversity improves BER.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809625" y="29908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Fading channels degrade signal quality.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09625" y="34385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Single antenna systems (SISO) have limited capacity limits.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809625" y="41910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Bit Error Rate (BER) increases in deep fading conditions.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571500" y="29432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571500" y="33909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571500" y="41433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/>
        </p:nvSpPr>
        <p:spPr>
          <a:xfrm>
            <a:off x="809625" y="3114675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Simulate and compare Channel Capacity for: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572250" y="34528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Simulate Bit Error Rate (BER) for BPSK modulation.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572250" y="39004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 performance over a Rayleigh Fading channel.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572250" y="43481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Verify simulation results against theoretical bounds.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571500" y="30289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334125" y="34051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334125" y="385286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334125" y="43005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047750" y="33813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SISO (1x1)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047750" y="38290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SIMO (1x2)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047750" y="42767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MISO (2x1)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047750" y="47244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MIMO (2x2)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09625" y="333375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09625" y="378142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09625" y="4229100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809625" y="4676775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571500" y="26670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1. Capacity Analysis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6334125" y="30432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2. Error Performance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2766"/>
            <a:ext cx="5429250" cy="145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372766"/>
            <a:ext cx="5429250" cy="145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4787"/>
            <a:ext cx="5429250" cy="145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4014787"/>
            <a:ext cx="5429250" cy="145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00362" y="2887116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3214687" y="2982366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pic>
        <p:nvPicPr>
          <p:cNvPr descr="image.png" id="189" name="Google Shape;18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52812" y="2887116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771525" y="3268116"/>
            <a:ext cx="5029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Baseline reference</a:t>
            </a:r>
            <a:endParaRPr/>
          </a:p>
        </p:txBody>
      </p:sp>
      <p:pic>
        <p:nvPicPr>
          <p:cNvPr descr="image.png" id="191" name="Google Shape;19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2950" y="2887116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8677275" y="2982366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pic>
        <p:nvPicPr>
          <p:cNvPr descr="image.png" id="193" name="Google Shape;19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15400" y="2887116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29725" y="2887116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6391275" y="3268116"/>
            <a:ext cx="5029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Receive Diversity</a:t>
            </a:r>
            <a:endParaRPr/>
          </a:p>
        </p:txBody>
      </p:sp>
      <p:pic>
        <p:nvPicPr>
          <p:cNvPr descr="image.png" id="196" name="Google Shape;19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43200" y="4529137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57525" y="452913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3371850" y="4624387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pic>
        <p:nvPicPr>
          <p:cNvPr descr="image.png" id="199" name="Google Shape;19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09975" y="452913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 txBox="1"/>
          <p:nvPr/>
        </p:nvSpPr>
        <p:spPr>
          <a:xfrm>
            <a:off x="771525" y="4910137"/>
            <a:ext cx="5029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Transmit Diversity</a:t>
            </a:r>
            <a:endParaRPr/>
          </a:p>
        </p:txBody>
      </p:sp>
      <p:pic>
        <p:nvPicPr>
          <p:cNvPr descr="image.png" id="201" name="Google Shape;20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05787" y="4529137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20112" y="452913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/>
        </p:nvSpPr>
        <p:spPr>
          <a:xfrm>
            <a:off x="8834437" y="4624387"/>
            <a:ext cx="142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endParaRPr/>
          </a:p>
        </p:txBody>
      </p:sp>
      <p:pic>
        <p:nvPicPr>
          <p:cNvPr descr="image.png" id="204" name="Google Shape;20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72562" y="4529137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6887" y="452913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/>
          <p:nvPr/>
        </p:nvSpPr>
        <p:spPr>
          <a:xfrm>
            <a:off x="6391275" y="4910137"/>
            <a:ext cx="5029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Spatial Multiplexing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Architecture Overview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645795" y="2572791"/>
            <a:ext cx="52806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SISO (1x1)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6265545" y="2572791"/>
            <a:ext cx="52806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SIMO (1x2)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45795" y="4214812"/>
            <a:ext cx="52806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MISO (2x1)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6265545" y="4214812"/>
            <a:ext cx="52806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MIMO (2x2)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75" y="3595687"/>
            <a:ext cx="1905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8525" y="3595687"/>
            <a:ext cx="23812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05925" y="3690937"/>
            <a:ext cx="1905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2225" y="3467100"/>
            <a:ext cx="2381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2225" y="3990975"/>
            <a:ext cx="2381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7657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1027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43975" y="38242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1581150" y="3938587"/>
            <a:ext cx="70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(0 - 40 dB)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4005262" y="3938587"/>
            <a:ext cx="1247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(Rayleigh H Matrix)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571500" y="397100"/>
            <a:ext cx="1089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         SISO               SIMO 2*1           MISO 1*2        MIMO 2*2        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7" title="Screenshot 2025-11-23 at 1.00.26 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1500" y="1171575"/>
            <a:ext cx="2646600" cy="574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 title="Screenshot 2025-11-23 at 1.01.36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23575" y="1163075"/>
            <a:ext cx="2454661" cy="566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 title="Screenshot 2025-11-23 at 1.02.58 PM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96000" y="1163075"/>
            <a:ext cx="2646600" cy="56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7" title="Screenshot 2025-11-23 at 1.04.02 P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115425" y="1163075"/>
            <a:ext cx="2505075" cy="566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8"/>
          <p:cNvPicPr preferRelativeResize="0"/>
          <p:nvPr/>
        </p:nvPicPr>
        <p:blipFill rotWithShape="1">
          <a:blip r:embed="rId4">
            <a:alphaModFix/>
          </a:blip>
          <a:srcRect b="0" l="0" r="0" t="8248"/>
          <a:stretch/>
        </p:blipFill>
        <p:spPr>
          <a:xfrm>
            <a:off x="633300" y="1868975"/>
            <a:ext cx="5286375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1714500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SISO Capacity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207454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MIMO Capacity Formula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228028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 = log2( det( I + (SNR/Nt) * H * H' ) )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3248977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Average over samples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36861750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6794675" y="270033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Channel 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Complex Gaussian random variables representing Rayleigh fading.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6881925" y="3444375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Determinant: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core of MIMO capacity. The eigenvalues of HH^H determine the parallel spatial pipes available.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6794750" y="455773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Averaging: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Monte Carlo simulation (10,000+ runs) is used to find the ergodic capacity.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6334125" y="27003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6334125" y="34528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6334125" y="45100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MIMO Capacity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6622250" y="2481262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Logic Explanation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889700" y="2006725"/>
            <a:ext cx="4559700" cy="3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1. Define SNR Range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Pt_dB = 0:5:40;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Pt = 10^(Pt_dB/10);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2. Iterate for Monte Carlo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k = 1:length(Pt)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Generate Rayleigh Channel Matrix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H = (randn(Nr, Nt) + 1j*randn(Nr, Nt))/sqrt(2);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SISO Capacity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T1 = log2(1 + g * Pt(k));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MIMO Capacity Formula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C = log2( det( I + (SNR/Nt) * H * H' ) )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inner = eye(Nr) + (Pt(k)/Nt) * (H * H');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C_inst = log2( det(inner) 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Average over samples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Capacity(k) = mean(C_inst);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END</a:t>
            </a:r>
            <a:endParaRPr/>
          </a:p>
        </p:txBody>
      </p:sp>
      <p:pic>
        <p:nvPicPr>
          <p:cNvPr descr="image.png" id="255" name="Google Shape;255;p18"/>
          <p:cNvPicPr preferRelativeResize="0"/>
          <p:nvPr/>
        </p:nvPicPr>
        <p:blipFill rotWithShape="1">
          <a:blip r:embed="rId4">
            <a:alphaModFix/>
          </a:blip>
          <a:srcRect b="0" l="0" r="0" t="8248"/>
          <a:stretch/>
        </p:blipFill>
        <p:spPr>
          <a:xfrm>
            <a:off x="52213" y="1152525"/>
            <a:ext cx="6448551" cy="5298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 txBox="1"/>
          <p:nvPr/>
        </p:nvSpPr>
        <p:spPr>
          <a:xfrm>
            <a:off x="242288" y="1341550"/>
            <a:ext cx="60684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START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-------------------------------------------------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1. SISO CAPACITY (1×1)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-------------------------------------------------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Define SNR range Pt_dB = 0 to 40 step 5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Convert Pt_dB → Pt (linear scale)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Generate Rayleigh channel h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Compute power gain g = abs(h)^2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For each SNR value: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        Compute T1 = log2(1 + g * Pt)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-------------------------------------------------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2. SIMO CAPACITY (1×2)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-------------------------------------------------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Generate Rayleigh channels h1 and h2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Compute total gain h2_total = abs(h1)^2 + abs(h2)^2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For each SNR value: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        Compute instantaneous capacity C = log2(1 + Pt * h2_total)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        Average over all samples → T2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19"/>
          <p:cNvPicPr preferRelativeResize="0"/>
          <p:nvPr/>
        </p:nvPicPr>
        <p:blipFill rotWithShape="1">
          <a:blip r:embed="rId3">
            <a:alphaModFix/>
          </a:blip>
          <a:srcRect b="0" l="0" r="0" t="8248"/>
          <a:stretch/>
        </p:blipFill>
        <p:spPr>
          <a:xfrm>
            <a:off x="1004727" y="280525"/>
            <a:ext cx="7460450" cy="612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1300550" y="236163"/>
            <a:ext cx="6868800" cy="6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3. MISO CAPACITY (2×1) – MRT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Set Nt = 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Generate Rayleigh channels h1 and h2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Compute MRT gain h_total = abs(h1)^2 + abs(h2)^2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For each SNR value: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Compute T3 = mean( log2(1 + (Pt/Nt) * h_total) 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4. MIMO CAPACITY (2×2)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-------------------------------------------------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Set Nt = 2, Nr = 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Define number of iterations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For each SNR value Pt(k):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Initialize sumC =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Repeat for many channel realizations: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        Generate 2×2 Rayleigh channel matrix 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        Compute C_inst = log2( det( I + (Pt/Nt) * H * H' ) 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        Add to sumC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 Compute T4(k) = sumC / number_of_samples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0"/>
          <p:cNvPicPr preferRelativeResize="0"/>
          <p:nvPr/>
        </p:nvPicPr>
        <p:blipFill rotWithShape="1">
          <a:blip r:embed="rId4">
            <a:alphaModFix/>
          </a:blip>
          <a:srcRect b="7832" l="0" r="0" t="9550"/>
          <a:stretch/>
        </p:blipFill>
        <p:spPr>
          <a:xfrm>
            <a:off x="6334125" y="1532225"/>
            <a:ext cx="5286375" cy="391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 txBox="1"/>
          <p:nvPr/>
        </p:nvSpPr>
        <p:spPr>
          <a:xfrm>
            <a:off x="198215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Detection (MRC)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26679525" y="175260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Error Counting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809625" y="30527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BPSK Symbols: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Generated as -1 and +1.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09625" y="35004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Noise: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Added as AWGN (Complex Gaussian).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09625" y="3948112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MRC Detection: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Maximum Ratio Combining. We multiply the received signal y by the conjugate of the channel h^ to align phases and maximize SNR.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571500" y="30051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571500" y="34528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571500" y="39004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Pseudocode: BER Analysis</a:t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571500" y="28336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Logic Explanation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6493613" y="1785250"/>
            <a:ext cx="49674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1. Generate Symbols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s = 2*randi([0 1], 1, N) - 1;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2. Channel &amp; Noise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h = (randn + 1j*randn)/sqrt(2);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n = sqrt(N0/2)*(randn + 1j*randn);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y = h * s + n;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3. Detection (MRC)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y_mrc = real( conj(h) * y 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detected_bits = (y_mrc &gt;= 0);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% 4. Error Counting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BER = sum(detected_bits != sent_bits) / N;</a:t>
            </a:r>
            <a:endParaRPr sz="1150">
              <a:solidFill>
                <a:srgbClr val="A5B3CE"/>
              </a:solidFill>
              <a:highlight>
                <a:srgbClr val="020617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A5B3CE"/>
                </a:solidFill>
                <a:highlight>
                  <a:srgbClr val="020617"/>
                </a:highlight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/>
          <p:nvPr/>
        </p:nvSpPr>
        <p:spPr>
          <a:xfrm>
            <a:off x="809625" y="21669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MIMO (2x2):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Highest capacity. Slope increases linearly with min(Nt, Nr).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809625" y="29194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SIMO (1x2):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Better than SISO due to logarithmic array gain.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809625" y="36718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SISO (1x1):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Lowest capacity baseline.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809625" y="43862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Simulation perfectly matches theoretical Rayleigh curve.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809625" y="51387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BER decreases linearly (on log scale) as SNR increases.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571500" y="21193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571500" y="287178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571500" y="362426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571500" y="4338637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571500" y="5091112"/>
            <a:ext cx="133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Results &amp; Conclusion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571500" y="11525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71500" y="19478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Capacity Results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571500" y="41671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BER Results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279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5175" y="83100"/>
            <a:ext cx="5527976" cy="32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467100"/>
            <a:ext cx="4993881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5031" y="3467100"/>
            <a:ext cx="512826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981700" cy="36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0" y="152400"/>
            <a:ext cx="5753100" cy="3675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