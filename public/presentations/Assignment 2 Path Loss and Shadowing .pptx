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88DDE-2749-CA5D-9B69-0604D2C25493}" v="5" dt="2025-11-23T09:40:01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80423" y="2567880"/>
            <a:ext cx="923115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Path Loss &amp; Shadowing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48075" y="3596580"/>
            <a:ext cx="48958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Wireless Communication: Assignment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52500" y="175498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Understand how signal power reduces with distance.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2644378"/>
            <a:ext cx="4905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 MATLAB code to compute: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400228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Compare behaviour at different frequencies.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52794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Add shadowing effect using log-normal random variations.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991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75571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333500" y="2950964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Received Power (Pr)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33500" y="3476625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Path Loss (PL)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Overview of Assignment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260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342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99858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52425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866775"/>
            <a:ext cx="5334000" cy="5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866775"/>
            <a:ext cx="5334000" cy="5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525" y="4552950"/>
            <a:ext cx="4933950" cy="53875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1066800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MATLAB Script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71525" y="1457325"/>
            <a:ext cx="493395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486525" y="1066800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calc_PL Function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486525" y="1457325"/>
            <a:ext cx="493395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95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Path Loss Model: Pseudocode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4572" y="-8528"/>
            <a:ext cx="4763211" cy="68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1373981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A7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Logic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190738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flowchart illustrates the main script's logic for the path loss model.</a:t>
            </a:r>
            <a:endParaRPr/>
          </a:p>
        </p:txBody>
      </p:sp>
      <p:pic>
        <p:nvPicPr>
          <p:cNvPr id="128" name="Google Shape;128;p16" descr="A diagram of a flowchart&#10;&#10;AI-generated content may be incorrect.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7510134" y="110350"/>
            <a:ext cx="4395471" cy="6757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52500" y="270748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Initialization: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Set constants (Pt, Gt, Gr, L, α).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23314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Inputs: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Define frequencies (f) and distances (d).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375880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Processing Loop: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Iterate through each frequency and distance.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461962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Function Call: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Call `calc_PL` to compute Pr and PL for each point.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548044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Convert results to dB and generate plots.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16731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Path Loss Model: Flowchart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5510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8076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0642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672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28071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9675"/>
            <a:ext cx="533400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09675"/>
            <a:ext cx="53340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71525" y="1409700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Script (Shadowing)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71525" y="1800225"/>
            <a:ext cx="493395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486525" y="1409700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Friis Function (dB)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486525" y="1800225"/>
            <a:ext cx="493395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638925" y="396359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where R is a Gaussian random variable, R ~ N(μ, σ)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3524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Shadowing Model: Pseudocode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73" y="1348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7470" y="-5057"/>
            <a:ext cx="4639011" cy="6862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17398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flowchart details the shadowing model, which adds random variations to simulate real-world obstacles.</a:t>
            </a:r>
            <a:endParaRPr/>
          </a:p>
        </p:txBody>
      </p:sp>
      <p:pic>
        <p:nvPicPr>
          <p:cNvPr id="161" name="Google Shape;161;p18" descr="A diagram of a computer program&#10;&#10;AI-generated content may be incorrect.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7652421" y="11212"/>
            <a:ext cx="4349111" cy="685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52500" y="253990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Initialization: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Set constants (Pt, Gt, Gr, μ, σ).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306556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Path Loss: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Compute PL using the log-distance model.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92638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Mean Power: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Calculate the mean received power (Pr) using the Friis equation.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478720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Noise Generation: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Generate Gaussian noise (R) to model shadowing.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564802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Final Output: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 noise to the mean power and plot both signals.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21996" y="40309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Shadowing Model: Flowchart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875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1318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7400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3483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69565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057" y="123824"/>
            <a:ext cx="5771304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142875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A7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Models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9621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final plots will demonstrate the core concepts: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2457450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Path Loss Plot: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Will show signal power (Pr) decreasing linearly on a dB scale as the log of distance increases.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3653432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Frequency Comparison: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Higher frequencies (e.g., 5 GHz) will show greater path loss than lower frequencies (e.g., 900 MHz).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4849415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Shadowing Plot: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Will show the "noisy" received power fluctuating around the mean, representing the impact of shadowing.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Expected Results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50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105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9704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02EF5C-DBB2-0E36-60E2-78504A30E99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29375" y="500061"/>
            <a:ext cx="531495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8;p19" descr="image.png">
            <a:extLst>
              <a:ext uri="{FF2B5EF4-FFF2-40B4-BE49-F238E27FC236}">
                <a16:creationId xmlns:a16="http://schemas.microsoft.com/office/drawing/2014/main" id="{5D39FEE0-A523-9815-E0A8-6FA79D39B2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5057" y="123824"/>
            <a:ext cx="5771304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8;p19" descr="image.png">
            <a:extLst>
              <a:ext uri="{FF2B5EF4-FFF2-40B4-BE49-F238E27FC236}">
                <a16:creationId xmlns:a16="http://schemas.microsoft.com/office/drawing/2014/main" id="{3E3242D9-D461-22BB-1636-D478AD79FD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67" y="123824"/>
            <a:ext cx="5771304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F531CF-2F22-CF25-FF05-CA894645199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1169" y="476249"/>
            <a:ext cx="4914900" cy="3341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D03296-837C-F102-A26B-DADD6B18A99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530011" y="476249"/>
            <a:ext cx="5029200" cy="3743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2025-11-23T09:43:39Z</dcterms:modified>
</cp:coreProperties>
</file>