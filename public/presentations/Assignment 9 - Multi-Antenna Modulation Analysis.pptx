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Inter" panose="02000503000000020004" pitchFamily="2" charset="0"/>
      <p:regular r:id=""/>
      <p:bold r:id=""/>
      <p:italic r:id=""/>
      <p:boldItalic r:id="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itchFamily="2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11"/>
  </p:normalViewPr>
  <p:slideViewPr>
    <p:cSldViewPr snapToGrid="0">
      <p:cViewPr varScale="1">
        <p:scale>
          <a:sx n="109" d="100"/>
          <a:sy n="109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8ee9f98b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8ee9f98b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8ee9f98b4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8ee9f98b4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5248275" y="1715541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ASSIGNMENT 9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2005488" y="2163216"/>
            <a:ext cx="8181022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Multi-Antenna Modulation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Performance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571500" y="20383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Evaluating wireless communication reliability requires analyzing Bit Error Rate (BER) under various channel conditions.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571500" y="30956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809625" y="35433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do higher-order modulations (QPSK, 16-QAM) perform in fading channels?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809625" y="42957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Quantifying the gain achieved by moving from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diversity schemes like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09625" y="5048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Assessing Spatial Multiplexing (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efficiency using Zero-Forcing receivers.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571500" y="34956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571500" y="42481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71500" y="50006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809625" y="36766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BPSK, QPSK, 4-QAM, 8-QAM, and 16-QAM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09625" y="41243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BER vs SNR (0-30 dB) curves.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572250" y="32289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Baseline AWGN/Rayleigh.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572250" y="36766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SIMO (1x2):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Receive Diversity (MRC).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572250" y="41243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MISO (2x1):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Transmit Diversity (Alamouti).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572250" y="45720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 (2x2):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V-BLAST with Zero-Forcing.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71500" y="36290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571500" y="40767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334125" y="31813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334125" y="36290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334125" y="40767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334125" y="45243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571500" y="32670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1. Performance Comparison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334125" y="28194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2. Architecture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69890"/>
            <a:ext cx="2619375" cy="149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3169890"/>
            <a:ext cx="2619375" cy="149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169890"/>
            <a:ext cx="2619375" cy="149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3169890"/>
            <a:ext cx="2619375" cy="149914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771525" y="3731865"/>
            <a:ext cx="22193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71525" y="4112865"/>
            <a:ext cx="22193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Single Path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581400" y="3731865"/>
            <a:ext cx="22193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3581400" y="4112865"/>
            <a:ext cx="22193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 Ratio Combining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391275" y="3731865"/>
            <a:ext cx="22193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391275" y="4112865"/>
            <a:ext cx="22193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Alamouti Coding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201150" y="3731865"/>
            <a:ext cx="22193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201150" y="4112865"/>
            <a:ext cx="22193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V-BLAST / ZF</a:t>
            </a:r>
            <a:endParaRPr/>
          </a:p>
        </p:txBody>
      </p:sp>
      <p:pic>
        <p:nvPicPr>
          <p:cNvPr id="190" name="Google Shape;19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305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47875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9575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2440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9110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2945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9615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00975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05975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72675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7750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44200" y="373186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Architecture Overview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716041" y="3369915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SISO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3525916" y="3369915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SIMO (1x2)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6335791" y="3369915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MISO (2x1)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145666" y="3369915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MIMO (2x2)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7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95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9350" y="3500437"/>
            <a:ext cx="23812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63050" y="3690937"/>
            <a:ext cx="1905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740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0110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6681787" y="3843337"/>
            <a:ext cx="147637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(Encoding -&gt; Fading -&gt; Decoding)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571500" y="571500"/>
            <a:ext cx="3443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(DFD)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7" title="Screenshot 2025-11-23 at 2.36.20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3575" y="86500"/>
            <a:ext cx="9930499" cy="677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170592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MRC: Align phases and sum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282892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572250" y="29003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Standard AWGN channel simulation.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572250" y="33480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SIMO (1x2):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2 receive antennas.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572250" y="3795712"/>
            <a:ext cx="50482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MRC Logic: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receiver multiplies the incoming signal by the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conjugate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the channel estimate (h^*). This cancels out the phase error and constructively adds signal power.</a:t>
            </a:r>
            <a:endParaRPr dirty="0"/>
          </a:p>
        </p:txBody>
      </p:sp>
      <p:sp>
        <p:nvSpPr>
          <p:cNvPr id="233" name="Google Shape;233;p18"/>
          <p:cNvSpPr txBox="1"/>
          <p:nvPr/>
        </p:nvSpPr>
        <p:spPr>
          <a:xfrm>
            <a:off x="6334125" y="28527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6334125" y="33004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6334125" y="37480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SISO 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6334125" y="26812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374275" y="1489725"/>
            <a:ext cx="5550600" cy="5095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number of bits 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SNR range (in dB and linear)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BER arrays for all modulations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BPSK ---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random bits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bits to BPSK symbols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Add AWGN noise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Detect symbols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QPSK ---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random symbols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Modulate using QPSK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Add AWGN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Demodulate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--- 4-QAM, 8-QAM, 16-QAM ---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QAM order: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random symbols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Modulate using QAM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each SNR: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Add AWGN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Demodulate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Compute BER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 BER vs SNR for all modulation schemes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semilog plot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/>
        </p:nvSpPr>
        <p:spPr>
          <a:xfrm>
            <a:off x="448400" y="470625"/>
            <a:ext cx="5550600" cy="5447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N, SNR range, number of Rx antennas =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BER arrays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BPSK, QPSK, QAM symbols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channel h (2 x 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AWGN noise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--- BPSK 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Receive: r = h*s + 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MRC combine: y = (hᴴ r) / (|h|²)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Detect BPSK bits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--- QPSK 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Receive, combine same way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Demodulate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--- 16-QAM 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Receive, combine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Demodulate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 BER vs SNR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578100" y="618875"/>
            <a:ext cx="4632300" cy="426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Pseudocode — SIMO (1×2) Diversity</a:t>
            </a:r>
            <a:endParaRPr sz="1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168878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Alamouti Decoding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240887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Normalize by channel power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294036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572250" y="27479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Alamouti Scheme: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clever technique to achieve transmit diversity without channel state information at the transmitter.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572250" y="38052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Orthogonality: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signals are sent such that they can be separated perfectly at the receiver using simple linear algebra.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572250" y="48625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Rate: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Transmits 2 symbols in 2 time slots.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334125" y="27003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334125" y="37576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334125" y="48148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MISO (Alamouti 2x1)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6334125" y="25288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281650" y="1247775"/>
            <a:ext cx="5550600" cy="5447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N, SNR range, Tx=2, Rx=1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BER arrays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BPSK, QPSK, QAM symbols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symbols into pairs (s1, s2) for Alamouti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channel h1, h2 (for two Tx antennas)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AWGN noise n1, n2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--- BPSK 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Apply Alamouti encoding &amp; transmission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 received signals r1, r2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Apply Alamouti combiner: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Compute y1 and y2 estimates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Detect bits, compute 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--- QPSK 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Same steps with QPSK demodulation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--- 16-QAM 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Same steps with QAM demodulation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 BER vs SNR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74275" y="1285900"/>
            <a:ext cx="5048400" cy="504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Pseudocode — MISO (2×1) with Alamouti STBC</a:t>
            </a:r>
            <a:endParaRPr sz="1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132873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Zero-Forcing (ZF) Equalizer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58591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W = pseudo_inverse(H)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988820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Symbol Estimation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259746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572250" y="27479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V-BLAST: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Vertical-Bell Laboratories Layered Space-Time. Sends independent data streams on each antenna.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572250" y="380523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Zero-Forcing: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receiver inverts the channel matrix (H^-1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separate the mixed signals.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572250" y="45577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Trade-off: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Simple to implement but amplifies noise (Noise Enhancement).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334125" y="27003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334125" y="37576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334125" y="45100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MIMO (2x2 V-BLAST)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6334125" y="25288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281650" y="1247775"/>
            <a:ext cx="5550600" cy="5447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N, SNR range, Tx=2, Rx=2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Reshape data into vectors of size Tx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BER arrays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BPSK, QPSK, QAM symbols (mapped to 2 streams)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each symbol vector: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Generate channel matrix H (2×2)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Generate noise vector 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Transmit r = H*s + 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Apply Zero-Forcing: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W = (Hᴴ H)^(-1) Hᴴ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y = W 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Store detected symbols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Demodulate and compute BER for: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BPSK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QPSK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16-QAM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 SER/BER vs SNR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809625" y="22193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Modulation Order: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BPSK requires the least SNR for a given BER, while 16-QAM requires the most. Higher rate = Higher error probability.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809625" y="3276600"/>
            <a:ext cx="5048250" cy="1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Diversity Gain: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809625" y="50863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V-BLAST increases data rate but ZF receiver suffers noise enhancement at low SNR.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571500" y="21717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571500" y="32289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571500" y="50387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047750" y="35814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SIMO (1x2):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Significant improvement (~3dB gain) due to coherent combining.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047750" y="433387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MISO (2x1):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Robust performance matching diversity order 2.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809625" y="35337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809625" y="42862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 &amp; Conclusion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571500" y="20002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83800" cy="25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3750" y="152400"/>
            <a:ext cx="5409950" cy="25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194375"/>
            <a:ext cx="5150575" cy="277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3750" y="3129525"/>
            <a:ext cx="5409950" cy="290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</Words>
  <Application>Microsoft Macintosh PowerPoint</Application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Montserrat</vt:lpstr>
      <vt:lpstr>Calibri</vt:lpstr>
      <vt:lpstr>Lato</vt:lpstr>
      <vt:lpstr>Fira Code</vt:lpstr>
      <vt:lpstr>Inter</vt:lpstr>
      <vt:lpstr>Arial</vt:lpstr>
      <vt:lpstr>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LAHAR  JOSHI</cp:lastModifiedBy>
  <cp:revision>1</cp:revision>
  <dcterms:modified xsi:type="dcterms:W3CDTF">2025-11-23T09:50:15Z</dcterms:modified>
</cp:coreProperties>
</file>